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0624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Glorious Glacier Ride — vintage Michelin-style map cover concept. Every text block, shape and color here is a native, editable PowerPoint object; the mountain badge is the real GGR logo (finalggr.png), cropped to its circular mark and placed as an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1C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384048"/>
          </a:xfrm>
          <a:prstGeom prst="rect">
            <a:avLst/>
          </a:prstGeom>
          <a:solidFill>
            <a:srgbClr val="D98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45552"/>
            <a:ext cx="4206240" cy="384048"/>
          </a:xfrm>
          <a:prstGeom prst="rect">
            <a:avLst/>
          </a:prstGeom>
          <a:solidFill>
            <a:srgbClr val="D98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FBEED9"/>
                </a:solidFill>
                <a:latin typeface="Calibri"/>
              </a:rPr>
              <a:t>NORD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4599" y="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FBEED9"/>
                </a:solidFill>
                <a:latin typeface="Calibri"/>
              </a:rPr>
              <a:t>OUVRIR ICI  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78455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FBEED9"/>
                </a:solidFill>
                <a:latin typeface="Calibri"/>
              </a:rPr>
              <a:t>SUD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599" y="78455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 spc="160">
                <a:solidFill>
                  <a:srgbClr val="FBEED9"/>
                </a:solidFill>
                <a:latin typeface="Calibri"/>
              </a:rPr>
              <a:t>N°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12064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 spc="240">
                <a:solidFill>
                  <a:srgbClr val="9C4322"/>
                </a:solidFill>
                <a:latin typeface="Calibri"/>
              </a:rPr>
              <a:t>CARTE CYCLOTOURISTE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731520"/>
            <a:ext cx="3840479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24E"/>
                </a:solidFill>
                <a:latin typeface="Cambria"/>
              </a:rPr>
              <a:t>Glorious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7324E"/>
                </a:solidFill>
                <a:latin typeface="Cambria"/>
              </a:rPr>
              <a:t>Glacier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C6CA0"/>
                </a:solidFill>
                <a:latin typeface="Cambria"/>
              </a:rPr>
              <a:t>Ride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212848"/>
            <a:ext cx="3840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 spc="100">
                <a:solidFill>
                  <a:srgbClr val="2C4A68"/>
                </a:solidFill>
                <a:latin typeface="Calibri"/>
              </a:rPr>
              <a:t>CYCLOTOURISME &amp; DÉRÈGLEMENT CLIMATIQUE</a:t>
            </a:r>
          </a:p>
        </p:txBody>
      </p:sp>
      <p:pic>
        <p:nvPicPr>
          <p:cNvPr id="11" name="Picture 10" descr="ggr_badge_cropp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579" y="2450592"/>
            <a:ext cx="1783080" cy="178308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62939" y="4370832"/>
            <a:ext cx="2880360" cy="384048"/>
          </a:xfrm>
          <a:prstGeom prst="roundRect">
            <a:avLst>
              <a:gd name="adj" fmla="val 14000"/>
            </a:avLst>
          </a:prstGeom>
          <a:solidFill>
            <a:srgbClr val="2C6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39" y="4370832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spc="40">
                <a:solidFill>
                  <a:srgbClr val="FBEED9"/>
                </a:solidFill>
                <a:latin typeface="Cambria"/>
              </a:rPr>
              <a:t>INNSBRUCK — CHAMONIX</a:t>
            </a:r>
          </a:p>
        </p:txBody>
      </p:sp>
      <p:pic>
        <p:nvPicPr>
          <p:cNvPr id="14" name="Picture 13" descr="route_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59" y="4901184"/>
            <a:ext cx="3017520" cy="6035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2880" y="5358384"/>
            <a:ext cx="384047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C4A68"/>
                </a:solidFill>
                <a:latin typeface="Calibri"/>
              </a:rPr>
              <a:t>756 KM   •   18 790 M D+   •   8 ÉTAPES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742432"/>
            <a:ext cx="2560320" cy="9525"/>
          </a:xfrm>
          <a:prstGeom prst="rect">
            <a:avLst/>
          </a:prstGeom>
          <a:solidFill>
            <a:srgbClr val="8E9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0" y="5797296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9C4322"/>
                </a:solidFill>
                <a:latin typeface="Cambria"/>
              </a:rPr>
              <a:t>N°  </a:t>
            </a:r>
            <a:r>
              <a:rPr sz="3000" b="1" i="0">
                <a:solidFill>
                  <a:srgbClr val="17324E"/>
                </a:solidFill>
                <a:latin typeface="Cambria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309360"/>
            <a:ext cx="2560320" cy="9525"/>
          </a:xfrm>
          <a:prstGeom prst="rect">
            <a:avLst/>
          </a:prstGeom>
          <a:solidFill>
            <a:srgbClr val="8E9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6473952"/>
            <a:ext cx="38404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>
                <a:solidFill>
                  <a:srgbClr val="2C4A68"/>
                </a:solidFill>
                <a:latin typeface="Calibri"/>
              </a:rPr>
              <a:t>Prix : à pied libre — à vélo pour la planète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" y="6693408"/>
            <a:ext cx="38404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324E"/>
                </a:solidFill>
                <a:latin typeface="Cambria"/>
              </a:rPr>
              <a:t>Cycling4Climate &amp; Cie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6931152"/>
            <a:ext cx="38404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 spc="120">
                <a:solidFill>
                  <a:srgbClr val="9C4322"/>
                </a:solidFill>
                <a:latin typeface="Calibri"/>
              </a:rPr>
              <a:t>ORGANISATEURS – ÉDITEURS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7132320"/>
            <a:ext cx="384047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 spc="100">
                <a:solidFill>
                  <a:srgbClr val="17324E"/>
                </a:solidFill>
                <a:latin typeface="Calibri"/>
              </a:rPr>
              <a:t>CHAMONIX-MONT-BLANC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7607808"/>
            <a:ext cx="502920" cy="237744"/>
          </a:xfrm>
          <a:prstGeom prst="rect">
            <a:avLst/>
          </a:prstGeom>
          <a:solidFill>
            <a:srgbClr val="17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0" y="760780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EED9"/>
                </a:solidFill>
                <a:latin typeface="Cambria"/>
              </a:rPr>
              <a:t>GGR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03320" y="7607808"/>
            <a:ext cx="502920" cy="237744"/>
          </a:xfrm>
          <a:prstGeom prst="rect">
            <a:avLst/>
          </a:prstGeom>
          <a:solidFill>
            <a:srgbClr val="173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03320" y="7607808"/>
            <a:ext cx="50292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BEED9"/>
                </a:solidFill>
                <a:latin typeface="Cambria"/>
              </a:rPr>
              <a:t>’26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114800"/>
            <a:ext cx="4206240" cy="6350"/>
          </a:xfrm>
          <a:prstGeom prst="rect">
            <a:avLst/>
          </a:prstGeom>
          <a:solidFill>
            <a:srgbClr val="C4BE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